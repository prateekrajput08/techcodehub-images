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Ballpoin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41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12" Type="http://schemas.openxmlformats.org/officeDocument/2006/relationships/image" Target="../media/image3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5.svg"/><Relationship Id="rId4" Type="http://schemas.openxmlformats.org/officeDocument/2006/relationships/image" Target="../media/image17.svg"/><Relationship Id="rId9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51.svg"/><Relationship Id="rId3" Type="http://schemas.openxmlformats.org/officeDocument/2006/relationships/image" Target="../media/image22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50.png"/><Relationship Id="rId2" Type="http://schemas.openxmlformats.org/officeDocument/2006/relationships/image" Target="../media/image1.jpeg"/><Relationship Id="rId16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4" Type="http://schemas.openxmlformats.org/officeDocument/2006/relationships/image" Target="../media/image23.sv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svg"/><Relationship Id="rId4" Type="http://schemas.openxmlformats.org/officeDocument/2006/relationships/image" Target="../media/image53.sv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svg"/><Relationship Id="rId13" Type="http://schemas.openxmlformats.org/officeDocument/2006/relationships/image" Target="../media/image72.png"/><Relationship Id="rId3" Type="http://schemas.openxmlformats.org/officeDocument/2006/relationships/image" Target="../media/image40.png"/><Relationship Id="rId7" Type="http://schemas.openxmlformats.org/officeDocument/2006/relationships/image" Target="../media/image66.png"/><Relationship Id="rId12" Type="http://schemas.openxmlformats.org/officeDocument/2006/relationships/image" Target="../media/image7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svg"/><Relationship Id="rId4" Type="http://schemas.openxmlformats.org/officeDocument/2006/relationships/image" Target="../media/image41.svg"/><Relationship Id="rId9" Type="http://schemas.openxmlformats.org/officeDocument/2006/relationships/image" Target="../media/image68.png"/><Relationship Id="rId14" Type="http://schemas.openxmlformats.org/officeDocument/2006/relationships/image" Target="../media/image7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76.png"/><Relationship Id="rId18" Type="http://schemas.openxmlformats.org/officeDocument/2006/relationships/image" Target="../media/image81.svg"/><Relationship Id="rId3" Type="http://schemas.openxmlformats.org/officeDocument/2006/relationships/image" Target="../media/image38.png"/><Relationship Id="rId21" Type="http://schemas.openxmlformats.org/officeDocument/2006/relationships/image" Target="../media/image84.png"/><Relationship Id="rId7" Type="http://schemas.openxmlformats.org/officeDocument/2006/relationships/image" Target="../media/image42.png"/><Relationship Id="rId12" Type="http://schemas.openxmlformats.org/officeDocument/2006/relationships/image" Target="../media/image75.svg"/><Relationship Id="rId17" Type="http://schemas.openxmlformats.org/officeDocument/2006/relationships/image" Target="../media/image80.png"/><Relationship Id="rId2" Type="http://schemas.openxmlformats.org/officeDocument/2006/relationships/image" Target="../media/image1.jpeg"/><Relationship Id="rId16" Type="http://schemas.openxmlformats.org/officeDocument/2006/relationships/image" Target="../media/image79.svg"/><Relationship Id="rId20" Type="http://schemas.openxmlformats.org/officeDocument/2006/relationships/image" Target="../media/image8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11" Type="http://schemas.openxmlformats.org/officeDocument/2006/relationships/image" Target="../media/image74.png"/><Relationship Id="rId5" Type="http://schemas.openxmlformats.org/officeDocument/2006/relationships/image" Target="../media/image64.png"/><Relationship Id="rId15" Type="http://schemas.openxmlformats.org/officeDocument/2006/relationships/image" Target="../media/image78.png"/><Relationship Id="rId10" Type="http://schemas.openxmlformats.org/officeDocument/2006/relationships/image" Target="../media/image23.svg"/><Relationship Id="rId19" Type="http://schemas.openxmlformats.org/officeDocument/2006/relationships/image" Target="../media/image82.png"/><Relationship Id="rId4" Type="http://schemas.openxmlformats.org/officeDocument/2006/relationships/image" Target="../media/image39.svg"/><Relationship Id="rId9" Type="http://schemas.openxmlformats.org/officeDocument/2006/relationships/image" Target="../media/image22.png"/><Relationship Id="rId14" Type="http://schemas.openxmlformats.org/officeDocument/2006/relationships/image" Target="../media/image77.svg"/><Relationship Id="rId22" Type="http://schemas.openxmlformats.org/officeDocument/2006/relationships/image" Target="../media/image8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90.svg"/><Relationship Id="rId3" Type="http://schemas.openxmlformats.org/officeDocument/2006/relationships/image" Target="../media/image86.png"/><Relationship Id="rId7" Type="http://schemas.openxmlformats.org/officeDocument/2006/relationships/image" Target="../media/image41.svg"/><Relationship Id="rId12" Type="http://schemas.openxmlformats.org/officeDocument/2006/relationships/image" Target="../media/image8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39.svg"/><Relationship Id="rId5" Type="http://schemas.openxmlformats.org/officeDocument/2006/relationships/image" Target="../media/image88.png"/><Relationship Id="rId10" Type="http://schemas.openxmlformats.org/officeDocument/2006/relationships/image" Target="../media/image38.png"/><Relationship Id="rId4" Type="http://schemas.openxmlformats.org/officeDocument/2006/relationships/image" Target="../media/image87.jpeg"/><Relationship Id="rId9" Type="http://schemas.openxmlformats.org/officeDocument/2006/relationships/image" Target="../media/image4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image" Target="../media/image1.jpeg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128596" y="2373273"/>
            <a:ext cx="12106358" cy="3555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25"/>
              </a:lnSpc>
            </a:pPr>
            <a:r>
              <a:rPr lang="en-US" sz="18661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GOOGLE CLOUD</a:t>
            </a:r>
          </a:p>
        </p:txBody>
      </p:sp>
      <p:sp>
        <p:nvSpPr>
          <p:cNvPr id="14" name="Freeform 14"/>
          <p:cNvSpPr/>
          <p:nvPr/>
        </p:nvSpPr>
        <p:spPr>
          <a:xfrm>
            <a:off x="7071193" y="6689705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6"/>
                </a:lnTo>
                <a:lnTo>
                  <a:pt x="0" y="43794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19201" y="5143832"/>
            <a:ext cx="9649599" cy="154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60"/>
              </a:lnSpc>
            </a:pPr>
            <a:r>
              <a:rPr lang="en-US" sz="811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Arcade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79012" y="1695740"/>
            <a:ext cx="9580288" cy="625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1. What is Google Cloud Arcade Program?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2. Why should you join &amp; what's its importance?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3. Who can join?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4. Any prerequisites?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5. Differences between Google Cloud Arcade and Facilitator Program?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6. How to register in this program?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7. How to complete points faster?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8. Time duration of Arcade Program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9. When and how to redeem Google Cloud Swags?</a:t>
            </a:r>
          </a:p>
          <a:p>
            <a:pPr algn="l">
              <a:lnSpc>
                <a:spcPts val="4439"/>
              </a:lnSpc>
            </a:pPr>
            <a:r>
              <a:rPr lang="en-US" sz="3699" spc="8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10. How much time will it take to achieve your cool swags?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88036" y="3448050"/>
            <a:ext cx="5068354" cy="337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IMPORTANT</a:t>
            </a:r>
          </a:p>
          <a:p>
            <a:pPr algn="just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TOPICS</a:t>
            </a:r>
          </a:p>
        </p:txBody>
      </p:sp>
      <p:sp>
        <p:nvSpPr>
          <p:cNvPr id="5" name="Freeform 5"/>
          <p:cNvSpPr/>
          <p:nvPr/>
        </p:nvSpPr>
        <p:spPr>
          <a:xfrm rot="2198705">
            <a:off x="2101323" y="-130050"/>
            <a:ext cx="4441778" cy="2520709"/>
          </a:xfrm>
          <a:custGeom>
            <a:avLst/>
            <a:gdLst/>
            <a:ahLst/>
            <a:cxnLst/>
            <a:rect l="l" t="t" r="r" b="b"/>
            <a:pathLst>
              <a:path w="4441778" h="2520709">
                <a:moveTo>
                  <a:pt x="0" y="0"/>
                </a:moveTo>
                <a:lnTo>
                  <a:pt x="4441779" y="0"/>
                </a:lnTo>
                <a:lnTo>
                  <a:pt x="4441779" y="2520709"/>
                </a:lnTo>
                <a:lnTo>
                  <a:pt x="0" y="2520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37816">
            <a:off x="-752207" y="1552999"/>
            <a:ext cx="2816435" cy="2520709"/>
          </a:xfrm>
          <a:custGeom>
            <a:avLst/>
            <a:gdLst/>
            <a:ahLst/>
            <a:cxnLst/>
            <a:rect l="l" t="t" r="r" b="b"/>
            <a:pathLst>
              <a:path w="2816435" h="2520709">
                <a:moveTo>
                  <a:pt x="0" y="0"/>
                </a:moveTo>
                <a:lnTo>
                  <a:pt x="2816435" y="0"/>
                </a:lnTo>
                <a:lnTo>
                  <a:pt x="2816435" y="2520709"/>
                </a:lnTo>
                <a:lnTo>
                  <a:pt x="0" y="2520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16259">
            <a:off x="3837794" y="7050794"/>
            <a:ext cx="2816435" cy="2520709"/>
          </a:xfrm>
          <a:custGeom>
            <a:avLst/>
            <a:gdLst/>
            <a:ahLst/>
            <a:cxnLst/>
            <a:rect l="l" t="t" r="r" b="b"/>
            <a:pathLst>
              <a:path w="2816435" h="2520709">
                <a:moveTo>
                  <a:pt x="0" y="0"/>
                </a:moveTo>
                <a:lnTo>
                  <a:pt x="2816435" y="0"/>
                </a:lnTo>
                <a:lnTo>
                  <a:pt x="2816435" y="2520709"/>
                </a:lnTo>
                <a:lnTo>
                  <a:pt x="0" y="25207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320662">
            <a:off x="-1106690" y="7931391"/>
            <a:ext cx="4441778" cy="2520709"/>
          </a:xfrm>
          <a:custGeom>
            <a:avLst/>
            <a:gdLst/>
            <a:ahLst/>
            <a:cxnLst/>
            <a:rect l="l" t="t" r="r" b="b"/>
            <a:pathLst>
              <a:path w="4441778" h="2520709">
                <a:moveTo>
                  <a:pt x="0" y="0"/>
                </a:moveTo>
                <a:lnTo>
                  <a:pt x="4441779" y="0"/>
                </a:lnTo>
                <a:lnTo>
                  <a:pt x="4441779" y="2520709"/>
                </a:lnTo>
                <a:lnTo>
                  <a:pt x="0" y="2520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1199137">
            <a:off x="575038" y="7903278"/>
            <a:ext cx="2995604" cy="2190535"/>
          </a:xfrm>
          <a:custGeom>
            <a:avLst/>
            <a:gdLst/>
            <a:ahLst/>
            <a:cxnLst/>
            <a:rect l="l" t="t" r="r" b="b"/>
            <a:pathLst>
              <a:path w="2995604" h="2190535">
                <a:moveTo>
                  <a:pt x="0" y="0"/>
                </a:moveTo>
                <a:lnTo>
                  <a:pt x="2995604" y="0"/>
                </a:lnTo>
                <a:lnTo>
                  <a:pt x="2995604" y="2190536"/>
                </a:lnTo>
                <a:lnTo>
                  <a:pt x="0" y="21905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098621">
            <a:off x="-322021" y="5396269"/>
            <a:ext cx="2185505" cy="2698154"/>
          </a:xfrm>
          <a:custGeom>
            <a:avLst/>
            <a:gdLst/>
            <a:ahLst/>
            <a:cxnLst/>
            <a:rect l="l" t="t" r="r" b="b"/>
            <a:pathLst>
              <a:path w="2185505" h="2698154">
                <a:moveTo>
                  <a:pt x="0" y="0"/>
                </a:moveTo>
                <a:lnTo>
                  <a:pt x="2185505" y="0"/>
                </a:lnTo>
                <a:lnTo>
                  <a:pt x="2185505" y="2698154"/>
                </a:lnTo>
                <a:lnTo>
                  <a:pt x="0" y="26981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58158" y="4243096"/>
            <a:ext cx="4954811" cy="514062"/>
          </a:xfrm>
          <a:custGeom>
            <a:avLst/>
            <a:gdLst/>
            <a:ahLst/>
            <a:cxnLst/>
            <a:rect l="l" t="t" r="r" b="b"/>
            <a:pathLst>
              <a:path w="4954811" h="514062">
                <a:moveTo>
                  <a:pt x="0" y="0"/>
                </a:moveTo>
                <a:lnTo>
                  <a:pt x="4954810" y="0"/>
                </a:lnTo>
                <a:lnTo>
                  <a:pt x="4954810" y="514061"/>
                </a:lnTo>
                <a:lnTo>
                  <a:pt x="0" y="5140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45923" y="1602621"/>
            <a:ext cx="13274916" cy="289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6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WHAT IS GOOGLE CLOUD ARCADE PROGRAM ?</a:t>
            </a:r>
          </a:p>
        </p:txBody>
      </p:sp>
      <p:sp>
        <p:nvSpPr>
          <p:cNvPr id="7" name="Freeform 7"/>
          <p:cNvSpPr/>
          <p:nvPr/>
        </p:nvSpPr>
        <p:spPr>
          <a:xfrm rot="-672886" flipH="1">
            <a:off x="13398653" y="415920"/>
            <a:ext cx="3244373" cy="3285441"/>
          </a:xfrm>
          <a:custGeom>
            <a:avLst/>
            <a:gdLst/>
            <a:ahLst/>
            <a:cxnLst/>
            <a:rect l="l" t="t" r="r" b="b"/>
            <a:pathLst>
              <a:path w="3244373" h="3285441">
                <a:moveTo>
                  <a:pt x="3244373" y="0"/>
                </a:moveTo>
                <a:lnTo>
                  <a:pt x="0" y="0"/>
                </a:lnTo>
                <a:lnTo>
                  <a:pt x="0" y="3285441"/>
                </a:lnTo>
                <a:lnTo>
                  <a:pt x="3244373" y="3285441"/>
                </a:lnTo>
                <a:lnTo>
                  <a:pt x="324437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5348601" y="2699757"/>
            <a:ext cx="2305210" cy="2057400"/>
          </a:xfrm>
          <a:custGeom>
            <a:avLst/>
            <a:gdLst/>
            <a:ahLst/>
            <a:cxnLst/>
            <a:rect l="l" t="t" r="r" b="b"/>
            <a:pathLst>
              <a:path w="2305210" h="2057400">
                <a:moveTo>
                  <a:pt x="2305210" y="0"/>
                </a:moveTo>
                <a:lnTo>
                  <a:pt x="0" y="0"/>
                </a:lnTo>
                <a:lnTo>
                  <a:pt x="0" y="2057400"/>
                </a:lnTo>
                <a:lnTo>
                  <a:pt x="2305210" y="2057400"/>
                </a:lnTo>
                <a:lnTo>
                  <a:pt x="230521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54787" y="4833501"/>
            <a:ext cx="11493814" cy="3628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22"/>
              </a:lnSpc>
            </a:pPr>
            <a:r>
              <a:rPr lang="en-US" sz="3935" spc="94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Google Arcade</a:t>
            </a:r>
            <a:r>
              <a:rPr lang="en-US" sz="3935" spc="9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is built around </a:t>
            </a:r>
            <a:r>
              <a:rPr lang="en-US" sz="3935" spc="94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Google Cloud Skills Boost</a:t>
            </a:r>
            <a:r>
              <a:rPr lang="en-US" sz="3935" spc="9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, where participants complete labs, skill badges, and trivia challenges related to technologies like </a:t>
            </a:r>
            <a:r>
              <a:rPr lang="en-US" sz="3935" spc="94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BigQuery, Firebase, Kubernetes, and AI/ML.</a:t>
            </a:r>
            <a:r>
              <a:rPr lang="en-US" sz="3935" spc="9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It transforms technical training into a game-like experience — completing different activities earns Arcade Points, which unlock levels, rewards, and swag.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612686"/>
            <a:ext cx="3727879" cy="4645614"/>
            <a:chOff x="0" y="0"/>
            <a:chExt cx="981828" cy="12235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1828" cy="1223536"/>
            </a:xfrm>
            <a:custGeom>
              <a:avLst/>
              <a:gdLst/>
              <a:ahLst/>
              <a:cxnLst/>
              <a:rect l="l" t="t" r="r" b="b"/>
              <a:pathLst>
                <a:path w="981828" h="1223536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144619"/>
                  </a:lnTo>
                  <a:cubicBezTo>
                    <a:pt x="981828" y="1188204"/>
                    <a:pt x="946496" y="1223536"/>
                    <a:pt x="902911" y="1223536"/>
                  </a:cubicBezTo>
                  <a:lnTo>
                    <a:pt x="78917" y="1223536"/>
                  </a:lnTo>
                  <a:cubicBezTo>
                    <a:pt x="57987" y="1223536"/>
                    <a:pt x="37914" y="1215222"/>
                    <a:pt x="23114" y="1200422"/>
                  </a:cubicBezTo>
                  <a:cubicBezTo>
                    <a:pt x="8314" y="1185622"/>
                    <a:pt x="0" y="1165549"/>
                    <a:pt x="0" y="1144619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981828" cy="135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14148" y="6936662"/>
            <a:ext cx="2956984" cy="203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Learn various cloud technologies like </a:t>
            </a:r>
            <a:r>
              <a:rPr lang="en-US" sz="3499" spc="83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BigQuery, Firebase, AI/Ml etc.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80209" y="279929"/>
            <a:ext cx="10468597" cy="230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WHY SHOULD YOU JOIN?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4148" y="4895691"/>
            <a:ext cx="2956984" cy="159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5299" spc="12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CLOUD TECHNOLOGY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73122" y="4612686"/>
            <a:ext cx="3727879" cy="4645614"/>
            <a:chOff x="0" y="0"/>
            <a:chExt cx="981828" cy="1223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1828" cy="1223536"/>
            </a:xfrm>
            <a:custGeom>
              <a:avLst/>
              <a:gdLst/>
              <a:ahLst/>
              <a:cxnLst/>
              <a:rect l="l" t="t" r="r" b="b"/>
              <a:pathLst>
                <a:path w="981828" h="1223536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144619"/>
                  </a:lnTo>
                  <a:cubicBezTo>
                    <a:pt x="981828" y="1188204"/>
                    <a:pt x="946496" y="1223536"/>
                    <a:pt x="902911" y="1223536"/>
                  </a:cubicBezTo>
                  <a:lnTo>
                    <a:pt x="78917" y="1223536"/>
                  </a:lnTo>
                  <a:cubicBezTo>
                    <a:pt x="57987" y="1223536"/>
                    <a:pt x="37914" y="1215222"/>
                    <a:pt x="23114" y="1200422"/>
                  </a:cubicBezTo>
                  <a:cubicBezTo>
                    <a:pt x="8314" y="1185622"/>
                    <a:pt x="0" y="1165549"/>
                    <a:pt x="0" y="1144619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33350"/>
              <a:ext cx="981828" cy="135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58570" y="6933844"/>
            <a:ext cx="2956984" cy="203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It helps to boost your </a:t>
            </a:r>
            <a:r>
              <a:rPr lang="en-US" sz="3499" spc="83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resume </a:t>
            </a: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by showcasing your cloud skills.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58570" y="4895691"/>
            <a:ext cx="2956984" cy="159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5299" spc="12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BOOST RESUME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86998" y="4612686"/>
            <a:ext cx="3727879" cy="4645614"/>
            <a:chOff x="0" y="0"/>
            <a:chExt cx="981828" cy="12235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81828" cy="1223536"/>
            </a:xfrm>
            <a:custGeom>
              <a:avLst/>
              <a:gdLst/>
              <a:ahLst/>
              <a:cxnLst/>
              <a:rect l="l" t="t" r="r" b="b"/>
              <a:pathLst>
                <a:path w="981828" h="1223536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144619"/>
                  </a:lnTo>
                  <a:cubicBezTo>
                    <a:pt x="981828" y="1188204"/>
                    <a:pt x="946496" y="1223536"/>
                    <a:pt x="902911" y="1223536"/>
                  </a:cubicBezTo>
                  <a:lnTo>
                    <a:pt x="78917" y="1223536"/>
                  </a:lnTo>
                  <a:cubicBezTo>
                    <a:pt x="57987" y="1223536"/>
                    <a:pt x="37914" y="1215222"/>
                    <a:pt x="23114" y="1200422"/>
                  </a:cubicBezTo>
                  <a:cubicBezTo>
                    <a:pt x="8314" y="1185622"/>
                    <a:pt x="0" y="1165549"/>
                    <a:pt x="0" y="1144619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33350"/>
              <a:ext cx="981828" cy="135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72446" y="6933844"/>
            <a:ext cx="2956984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You can get </a:t>
            </a:r>
            <a:r>
              <a:rPr lang="en-US" sz="3499" spc="83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jobs and internships </a:t>
            </a: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by showing these skills.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72446" y="4895691"/>
            <a:ext cx="2956984" cy="159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5299" spc="12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JOBS &amp; INTERNSHIPS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31421" y="4612686"/>
            <a:ext cx="3727879" cy="4645614"/>
            <a:chOff x="0" y="0"/>
            <a:chExt cx="981828" cy="12235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1828" cy="1223536"/>
            </a:xfrm>
            <a:custGeom>
              <a:avLst/>
              <a:gdLst/>
              <a:ahLst/>
              <a:cxnLst/>
              <a:rect l="l" t="t" r="r" b="b"/>
              <a:pathLst>
                <a:path w="981828" h="1223536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144619"/>
                  </a:lnTo>
                  <a:cubicBezTo>
                    <a:pt x="981828" y="1188204"/>
                    <a:pt x="946496" y="1223536"/>
                    <a:pt x="902911" y="1223536"/>
                  </a:cubicBezTo>
                  <a:lnTo>
                    <a:pt x="78917" y="1223536"/>
                  </a:lnTo>
                  <a:cubicBezTo>
                    <a:pt x="57987" y="1223536"/>
                    <a:pt x="37914" y="1215222"/>
                    <a:pt x="23114" y="1200422"/>
                  </a:cubicBezTo>
                  <a:cubicBezTo>
                    <a:pt x="8314" y="1185622"/>
                    <a:pt x="0" y="1165549"/>
                    <a:pt x="0" y="1144619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133350"/>
              <a:ext cx="981828" cy="1356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916868" y="6933844"/>
            <a:ext cx="2956984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You will get</a:t>
            </a:r>
            <a:r>
              <a:rPr lang="en-US" sz="3499" spc="83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 Free Swags </a:t>
            </a: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by completing the labs.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16868" y="4895691"/>
            <a:ext cx="2956984" cy="159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9"/>
              </a:lnSpc>
            </a:pPr>
            <a:r>
              <a:rPr lang="en-US" sz="5299" spc="12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FREE REWARDS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33644" y="6582250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772446" y="6582250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916868" y="6582250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5710970" y="6582250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211493" y="2584979"/>
            <a:ext cx="1955939" cy="1694332"/>
          </a:xfrm>
          <a:custGeom>
            <a:avLst/>
            <a:gdLst/>
            <a:ahLst/>
            <a:cxnLst/>
            <a:rect l="l" t="t" r="r" b="b"/>
            <a:pathLst>
              <a:path w="1955939" h="1694332">
                <a:moveTo>
                  <a:pt x="0" y="0"/>
                </a:moveTo>
                <a:lnTo>
                  <a:pt x="1955939" y="0"/>
                </a:lnTo>
                <a:lnTo>
                  <a:pt x="1955939" y="1694332"/>
                </a:lnTo>
                <a:lnTo>
                  <a:pt x="0" y="169433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522375" y="2584979"/>
            <a:ext cx="1457126" cy="1694332"/>
          </a:xfrm>
          <a:custGeom>
            <a:avLst/>
            <a:gdLst/>
            <a:ahLst/>
            <a:cxnLst/>
            <a:rect l="l" t="t" r="r" b="b"/>
            <a:pathLst>
              <a:path w="1457126" h="1694332">
                <a:moveTo>
                  <a:pt x="0" y="0"/>
                </a:moveTo>
                <a:lnTo>
                  <a:pt x="1457126" y="0"/>
                </a:lnTo>
                <a:lnTo>
                  <a:pt x="1457126" y="1694332"/>
                </a:lnTo>
                <a:lnTo>
                  <a:pt x="0" y="169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448806" y="2584979"/>
            <a:ext cx="1893109" cy="1694332"/>
          </a:xfrm>
          <a:custGeom>
            <a:avLst/>
            <a:gdLst/>
            <a:ahLst/>
            <a:cxnLst/>
            <a:rect l="l" t="t" r="r" b="b"/>
            <a:pathLst>
              <a:path w="1893109" h="1694332">
                <a:moveTo>
                  <a:pt x="0" y="0"/>
                </a:moveTo>
                <a:lnTo>
                  <a:pt x="1893109" y="0"/>
                </a:lnTo>
                <a:lnTo>
                  <a:pt x="1893109" y="1694332"/>
                </a:lnTo>
                <a:lnTo>
                  <a:pt x="0" y="16943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104775" y="2584979"/>
            <a:ext cx="1575729" cy="1694332"/>
          </a:xfrm>
          <a:custGeom>
            <a:avLst/>
            <a:gdLst/>
            <a:ahLst/>
            <a:cxnLst/>
            <a:rect l="l" t="t" r="r" b="b"/>
            <a:pathLst>
              <a:path w="1575729" h="1694332">
                <a:moveTo>
                  <a:pt x="0" y="0"/>
                </a:moveTo>
                <a:lnTo>
                  <a:pt x="1575729" y="0"/>
                </a:lnTo>
                <a:lnTo>
                  <a:pt x="1575729" y="1694332"/>
                </a:lnTo>
                <a:lnTo>
                  <a:pt x="0" y="16943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84150" y="2515883"/>
            <a:ext cx="9119699" cy="230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WHO CAN JOIN ?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22585" y="4913617"/>
            <a:ext cx="9242831" cy="2381250"/>
            <a:chOff x="0" y="0"/>
            <a:chExt cx="2434326" cy="6271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4326" cy="627161"/>
            </a:xfrm>
            <a:custGeom>
              <a:avLst/>
              <a:gdLst/>
              <a:ahLst/>
              <a:cxnLst/>
              <a:rect l="l" t="t" r="r" b="b"/>
              <a:pathLst>
                <a:path w="2434326" h="627161">
                  <a:moveTo>
                    <a:pt x="62821" y="0"/>
                  </a:moveTo>
                  <a:lnTo>
                    <a:pt x="2371505" y="0"/>
                  </a:lnTo>
                  <a:cubicBezTo>
                    <a:pt x="2406200" y="0"/>
                    <a:pt x="2434326" y="28126"/>
                    <a:pt x="2434326" y="62821"/>
                  </a:cubicBezTo>
                  <a:lnTo>
                    <a:pt x="2434326" y="564339"/>
                  </a:lnTo>
                  <a:cubicBezTo>
                    <a:pt x="2434326" y="599035"/>
                    <a:pt x="2406200" y="627161"/>
                    <a:pt x="2371505" y="627161"/>
                  </a:cubicBezTo>
                  <a:lnTo>
                    <a:pt x="62821" y="627161"/>
                  </a:lnTo>
                  <a:cubicBezTo>
                    <a:pt x="46160" y="627161"/>
                    <a:pt x="30181" y="620542"/>
                    <a:pt x="18400" y="608761"/>
                  </a:cubicBezTo>
                  <a:cubicBezTo>
                    <a:pt x="6619" y="596979"/>
                    <a:pt x="0" y="581001"/>
                    <a:pt x="0" y="564339"/>
                  </a:cubicBezTo>
                  <a:lnTo>
                    <a:pt x="0" y="62821"/>
                  </a:lnTo>
                  <a:cubicBezTo>
                    <a:pt x="0" y="28126"/>
                    <a:pt x="28126" y="0"/>
                    <a:pt x="628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2434326" cy="731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074722" y="5118404"/>
            <a:ext cx="8214106" cy="188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3999" spc="95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Anyone can join! </a:t>
            </a:r>
            <a:r>
              <a:rPr lang="en-US" sz="3999" spc="95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Students,</a:t>
            </a:r>
            <a:r>
              <a:rPr lang="en-US" sz="3999" spc="95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 working professionals, </a:t>
            </a:r>
            <a:r>
              <a:rPr lang="en-US" sz="3999" spc="95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and even </a:t>
            </a:r>
            <a:r>
              <a:rPr lang="en-US" sz="3999" spc="95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beginners </a:t>
            </a:r>
            <a:r>
              <a:rPr lang="en-US" sz="3999" spc="95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are welcome — no age or experience limits.</a:t>
            </a:r>
          </a:p>
        </p:txBody>
      </p:sp>
      <p:sp>
        <p:nvSpPr>
          <p:cNvPr id="8" name="Freeform 8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3844930"/>
            <a:ext cx="7864198" cy="2381250"/>
            <a:chOff x="0" y="0"/>
            <a:chExt cx="2071229" cy="6271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1229" cy="627161"/>
            </a:xfrm>
            <a:custGeom>
              <a:avLst/>
              <a:gdLst/>
              <a:ahLst/>
              <a:cxnLst/>
              <a:rect l="l" t="t" r="r" b="b"/>
              <a:pathLst>
                <a:path w="2071229" h="627161">
                  <a:moveTo>
                    <a:pt x="73834" y="0"/>
                  </a:moveTo>
                  <a:lnTo>
                    <a:pt x="1997395" y="0"/>
                  </a:lnTo>
                  <a:cubicBezTo>
                    <a:pt x="2016977" y="0"/>
                    <a:pt x="2035757" y="7779"/>
                    <a:pt x="2049604" y="21625"/>
                  </a:cubicBezTo>
                  <a:cubicBezTo>
                    <a:pt x="2063450" y="35472"/>
                    <a:pt x="2071229" y="54252"/>
                    <a:pt x="2071229" y="73834"/>
                  </a:cubicBezTo>
                  <a:lnTo>
                    <a:pt x="2071229" y="553327"/>
                  </a:lnTo>
                  <a:cubicBezTo>
                    <a:pt x="2071229" y="594104"/>
                    <a:pt x="2038172" y="627161"/>
                    <a:pt x="1997395" y="627161"/>
                  </a:cubicBezTo>
                  <a:lnTo>
                    <a:pt x="73834" y="627161"/>
                  </a:lnTo>
                  <a:cubicBezTo>
                    <a:pt x="33057" y="627161"/>
                    <a:pt x="0" y="594104"/>
                    <a:pt x="0" y="553327"/>
                  </a:cubicBezTo>
                  <a:lnTo>
                    <a:pt x="0" y="73834"/>
                  </a:lnTo>
                  <a:cubicBezTo>
                    <a:pt x="0" y="33057"/>
                    <a:pt x="33057" y="0"/>
                    <a:pt x="738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071229" cy="731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95102" y="3844930"/>
            <a:ext cx="7864198" cy="2381250"/>
            <a:chOff x="0" y="0"/>
            <a:chExt cx="2071229" cy="6271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1229" cy="627161"/>
            </a:xfrm>
            <a:custGeom>
              <a:avLst/>
              <a:gdLst/>
              <a:ahLst/>
              <a:cxnLst/>
              <a:rect l="l" t="t" r="r" b="b"/>
              <a:pathLst>
                <a:path w="2071229" h="627161">
                  <a:moveTo>
                    <a:pt x="73834" y="0"/>
                  </a:moveTo>
                  <a:lnTo>
                    <a:pt x="1997395" y="0"/>
                  </a:lnTo>
                  <a:cubicBezTo>
                    <a:pt x="2016977" y="0"/>
                    <a:pt x="2035757" y="7779"/>
                    <a:pt x="2049604" y="21625"/>
                  </a:cubicBezTo>
                  <a:cubicBezTo>
                    <a:pt x="2063450" y="35472"/>
                    <a:pt x="2071229" y="54252"/>
                    <a:pt x="2071229" y="73834"/>
                  </a:cubicBezTo>
                  <a:lnTo>
                    <a:pt x="2071229" y="553327"/>
                  </a:lnTo>
                  <a:cubicBezTo>
                    <a:pt x="2071229" y="594104"/>
                    <a:pt x="2038172" y="627161"/>
                    <a:pt x="1997395" y="627161"/>
                  </a:cubicBezTo>
                  <a:lnTo>
                    <a:pt x="73834" y="627161"/>
                  </a:lnTo>
                  <a:cubicBezTo>
                    <a:pt x="33057" y="627161"/>
                    <a:pt x="0" y="594104"/>
                    <a:pt x="0" y="553327"/>
                  </a:cubicBezTo>
                  <a:lnTo>
                    <a:pt x="0" y="73834"/>
                  </a:lnTo>
                  <a:cubicBezTo>
                    <a:pt x="0" y="33057"/>
                    <a:pt x="33057" y="0"/>
                    <a:pt x="7383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04775"/>
              <a:ext cx="2071229" cy="7319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552774" y="1391581"/>
            <a:ext cx="9432339" cy="230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ANY PREREQUISITES ?</a:t>
            </a:r>
          </a:p>
        </p:txBody>
      </p:sp>
      <p:sp>
        <p:nvSpPr>
          <p:cNvPr id="10" name="Freeform 10"/>
          <p:cNvSpPr/>
          <p:nvPr/>
        </p:nvSpPr>
        <p:spPr>
          <a:xfrm>
            <a:off x="2371041" y="235331"/>
            <a:ext cx="3129832" cy="2546901"/>
          </a:xfrm>
          <a:custGeom>
            <a:avLst/>
            <a:gdLst/>
            <a:ahLst/>
            <a:cxnLst/>
            <a:rect l="l" t="t" r="r" b="b"/>
            <a:pathLst>
              <a:path w="3129832" h="2546901">
                <a:moveTo>
                  <a:pt x="0" y="0"/>
                </a:moveTo>
                <a:lnTo>
                  <a:pt x="3129832" y="0"/>
                </a:lnTo>
                <a:lnTo>
                  <a:pt x="3129832" y="2546900"/>
                </a:lnTo>
                <a:lnTo>
                  <a:pt x="0" y="2546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806102">
            <a:off x="-78771" y="-219321"/>
            <a:ext cx="2214941" cy="3362340"/>
          </a:xfrm>
          <a:custGeom>
            <a:avLst/>
            <a:gdLst/>
            <a:ahLst/>
            <a:cxnLst/>
            <a:rect l="l" t="t" r="r" b="b"/>
            <a:pathLst>
              <a:path w="2214941" h="3362340">
                <a:moveTo>
                  <a:pt x="0" y="0"/>
                </a:moveTo>
                <a:lnTo>
                  <a:pt x="2214942" y="0"/>
                </a:lnTo>
                <a:lnTo>
                  <a:pt x="2214942" y="3362340"/>
                </a:lnTo>
                <a:lnTo>
                  <a:pt x="0" y="33623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6317237">
            <a:off x="7822303" y="-844627"/>
            <a:ext cx="1772419" cy="3801434"/>
          </a:xfrm>
          <a:custGeom>
            <a:avLst/>
            <a:gdLst/>
            <a:ahLst/>
            <a:cxnLst/>
            <a:rect l="l" t="t" r="r" b="b"/>
            <a:pathLst>
              <a:path w="1772419" h="3801434">
                <a:moveTo>
                  <a:pt x="0" y="0"/>
                </a:moveTo>
                <a:lnTo>
                  <a:pt x="1772419" y="0"/>
                </a:lnTo>
                <a:lnTo>
                  <a:pt x="1772419" y="3801434"/>
                </a:lnTo>
                <a:lnTo>
                  <a:pt x="0" y="3801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640430" y="-662314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8" y="0"/>
                </a:lnTo>
                <a:lnTo>
                  <a:pt x="4270288" y="2530145"/>
                </a:lnTo>
                <a:lnTo>
                  <a:pt x="0" y="253014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3625321">
            <a:off x="15901416" y="-408950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3196189" y="6582845"/>
            <a:ext cx="3529220" cy="3379228"/>
          </a:xfrm>
          <a:custGeom>
            <a:avLst/>
            <a:gdLst/>
            <a:ahLst/>
            <a:cxnLst/>
            <a:rect l="l" t="t" r="r" b="b"/>
            <a:pathLst>
              <a:path w="3529220" h="3379228">
                <a:moveTo>
                  <a:pt x="3529220" y="0"/>
                </a:moveTo>
                <a:lnTo>
                  <a:pt x="0" y="0"/>
                </a:lnTo>
                <a:lnTo>
                  <a:pt x="0" y="3379228"/>
                </a:lnTo>
                <a:lnTo>
                  <a:pt x="3529220" y="3379228"/>
                </a:lnTo>
                <a:lnTo>
                  <a:pt x="352922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217567" y="6741387"/>
            <a:ext cx="3116014" cy="3220686"/>
          </a:xfrm>
          <a:custGeom>
            <a:avLst/>
            <a:gdLst/>
            <a:ahLst/>
            <a:cxnLst/>
            <a:rect l="l" t="t" r="r" b="b"/>
            <a:pathLst>
              <a:path w="3116014" h="3220686">
                <a:moveTo>
                  <a:pt x="0" y="0"/>
                </a:moveTo>
                <a:lnTo>
                  <a:pt x="3116014" y="0"/>
                </a:lnTo>
                <a:lnTo>
                  <a:pt x="3116014" y="3220686"/>
                </a:lnTo>
                <a:lnTo>
                  <a:pt x="0" y="3220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82281" y="4540275"/>
            <a:ext cx="6357035" cy="8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spc="12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Laptop or Personal Computer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38388" y="4540275"/>
            <a:ext cx="6377627" cy="8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spc="12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Internet Connection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09196" y="3464244"/>
            <a:ext cx="5006192" cy="6413871"/>
            <a:chOff x="0" y="0"/>
            <a:chExt cx="1318503" cy="1689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18503" cy="1689250"/>
            </a:xfrm>
            <a:custGeom>
              <a:avLst/>
              <a:gdLst/>
              <a:ahLst/>
              <a:cxnLst/>
              <a:rect l="l" t="t" r="r" b="b"/>
              <a:pathLst>
                <a:path w="1318503" h="1689250">
                  <a:moveTo>
                    <a:pt x="58766" y="0"/>
                  </a:moveTo>
                  <a:lnTo>
                    <a:pt x="1259737" y="0"/>
                  </a:lnTo>
                  <a:cubicBezTo>
                    <a:pt x="1292193" y="0"/>
                    <a:pt x="1318503" y="26310"/>
                    <a:pt x="1318503" y="58766"/>
                  </a:cubicBezTo>
                  <a:lnTo>
                    <a:pt x="1318503" y="1630484"/>
                  </a:lnTo>
                  <a:cubicBezTo>
                    <a:pt x="1318503" y="1662939"/>
                    <a:pt x="1292193" y="1689250"/>
                    <a:pt x="1259737" y="1689250"/>
                  </a:cubicBezTo>
                  <a:lnTo>
                    <a:pt x="58766" y="1689250"/>
                  </a:lnTo>
                  <a:cubicBezTo>
                    <a:pt x="26310" y="1689250"/>
                    <a:pt x="0" y="1662939"/>
                    <a:pt x="0" y="1630484"/>
                  </a:cubicBezTo>
                  <a:lnTo>
                    <a:pt x="0" y="58766"/>
                  </a:lnTo>
                  <a:cubicBezTo>
                    <a:pt x="0" y="26310"/>
                    <a:pt x="26310" y="0"/>
                    <a:pt x="587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1318503" cy="182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2612" y="3464244"/>
            <a:ext cx="5006192" cy="6413871"/>
            <a:chOff x="0" y="0"/>
            <a:chExt cx="1318503" cy="1689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8503" cy="1689250"/>
            </a:xfrm>
            <a:custGeom>
              <a:avLst/>
              <a:gdLst/>
              <a:ahLst/>
              <a:cxnLst/>
              <a:rect l="l" t="t" r="r" b="b"/>
              <a:pathLst>
                <a:path w="1318503" h="1689250">
                  <a:moveTo>
                    <a:pt x="58766" y="0"/>
                  </a:moveTo>
                  <a:lnTo>
                    <a:pt x="1259737" y="0"/>
                  </a:lnTo>
                  <a:cubicBezTo>
                    <a:pt x="1292193" y="0"/>
                    <a:pt x="1318503" y="26310"/>
                    <a:pt x="1318503" y="58766"/>
                  </a:cubicBezTo>
                  <a:lnTo>
                    <a:pt x="1318503" y="1630484"/>
                  </a:lnTo>
                  <a:cubicBezTo>
                    <a:pt x="1318503" y="1662939"/>
                    <a:pt x="1292193" y="1689250"/>
                    <a:pt x="1259737" y="1689250"/>
                  </a:cubicBezTo>
                  <a:lnTo>
                    <a:pt x="58766" y="1689250"/>
                  </a:lnTo>
                  <a:cubicBezTo>
                    <a:pt x="26310" y="1689250"/>
                    <a:pt x="0" y="1662939"/>
                    <a:pt x="0" y="1630484"/>
                  </a:cubicBezTo>
                  <a:lnTo>
                    <a:pt x="0" y="58766"/>
                  </a:lnTo>
                  <a:cubicBezTo>
                    <a:pt x="0" y="26310"/>
                    <a:pt x="26310" y="0"/>
                    <a:pt x="587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33350"/>
              <a:ext cx="1318503" cy="182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29650" y="3868545"/>
            <a:ext cx="3960978" cy="1270277"/>
            <a:chOff x="0" y="0"/>
            <a:chExt cx="5281304" cy="1693702"/>
          </a:xfrm>
        </p:grpSpPr>
        <p:sp>
          <p:nvSpPr>
            <p:cNvPr id="10" name="Freeform 10"/>
            <p:cNvSpPr/>
            <p:nvPr/>
          </p:nvSpPr>
          <p:spPr>
            <a:xfrm>
              <a:off x="669329" y="1284653"/>
              <a:ext cx="3942646" cy="409049"/>
            </a:xfrm>
            <a:custGeom>
              <a:avLst/>
              <a:gdLst/>
              <a:ahLst/>
              <a:cxnLst/>
              <a:rect l="l" t="t" r="r" b="b"/>
              <a:pathLst>
                <a:path w="3942646" h="409049">
                  <a:moveTo>
                    <a:pt x="0" y="0"/>
                  </a:moveTo>
                  <a:lnTo>
                    <a:pt x="3942646" y="0"/>
                  </a:lnTo>
                  <a:lnTo>
                    <a:pt x="3942646" y="409049"/>
                  </a:lnTo>
                  <a:lnTo>
                    <a:pt x="0" y="409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5281304" cy="1124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29"/>
                </a:lnSpc>
              </a:pPr>
              <a:r>
                <a:rPr lang="en-US" sz="5299" spc="127">
                  <a:solidFill>
                    <a:srgbClr val="FFFFFF"/>
                  </a:solidFill>
                  <a:latin typeface="Ballpoint"/>
                  <a:ea typeface="Ballpoint"/>
                  <a:cs typeface="Ballpoint"/>
                  <a:sym typeface="Ballpoint"/>
                </a:rPr>
                <a:t>ARCADE PROGRAM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543851" y="4836713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875262" y="3820920"/>
            <a:ext cx="4294162" cy="75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4679" spc="112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FACILITATOR PROGRAM</a:t>
            </a:r>
          </a:p>
        </p:txBody>
      </p:sp>
      <p:sp>
        <p:nvSpPr>
          <p:cNvPr id="14" name="Freeform 14"/>
          <p:cNvSpPr/>
          <p:nvPr/>
        </p:nvSpPr>
        <p:spPr>
          <a:xfrm rot="-1338871">
            <a:off x="16075815" y="-615571"/>
            <a:ext cx="2756916" cy="4114800"/>
          </a:xfrm>
          <a:custGeom>
            <a:avLst/>
            <a:gdLst/>
            <a:ahLst/>
            <a:cxnLst/>
            <a:rect l="l" t="t" r="r" b="b"/>
            <a:pathLst>
              <a:path w="2756916" h="4114800">
                <a:moveTo>
                  <a:pt x="0" y="0"/>
                </a:moveTo>
                <a:lnTo>
                  <a:pt x="2756916" y="0"/>
                </a:lnTo>
                <a:lnTo>
                  <a:pt x="27569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709362" y="-481173"/>
            <a:ext cx="2419451" cy="2456296"/>
          </a:xfrm>
          <a:custGeom>
            <a:avLst/>
            <a:gdLst/>
            <a:ahLst/>
            <a:cxnLst/>
            <a:rect l="l" t="t" r="r" b="b"/>
            <a:pathLst>
              <a:path w="2419451" h="2456296">
                <a:moveTo>
                  <a:pt x="0" y="0"/>
                </a:moveTo>
                <a:lnTo>
                  <a:pt x="2419452" y="0"/>
                </a:lnTo>
                <a:lnTo>
                  <a:pt x="2419452" y="2456296"/>
                </a:lnTo>
                <a:lnTo>
                  <a:pt x="0" y="24562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2245428">
            <a:off x="1528302" y="-908314"/>
            <a:ext cx="2609726" cy="2528172"/>
          </a:xfrm>
          <a:custGeom>
            <a:avLst/>
            <a:gdLst/>
            <a:ahLst/>
            <a:cxnLst/>
            <a:rect l="l" t="t" r="r" b="b"/>
            <a:pathLst>
              <a:path w="2609726" h="2528172">
                <a:moveTo>
                  <a:pt x="0" y="0"/>
                </a:moveTo>
                <a:lnTo>
                  <a:pt x="2609726" y="0"/>
                </a:lnTo>
                <a:lnTo>
                  <a:pt x="2609726" y="2528172"/>
                </a:lnTo>
                <a:lnTo>
                  <a:pt x="0" y="25281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8991770">
            <a:off x="-528162" y="-110075"/>
            <a:ext cx="2846938" cy="2277551"/>
          </a:xfrm>
          <a:custGeom>
            <a:avLst/>
            <a:gdLst/>
            <a:ahLst/>
            <a:cxnLst/>
            <a:rect l="l" t="t" r="r" b="b"/>
            <a:pathLst>
              <a:path w="2846938" h="2277551">
                <a:moveTo>
                  <a:pt x="0" y="0"/>
                </a:moveTo>
                <a:lnTo>
                  <a:pt x="2846939" y="0"/>
                </a:lnTo>
                <a:lnTo>
                  <a:pt x="2846939" y="2277550"/>
                </a:lnTo>
                <a:lnTo>
                  <a:pt x="0" y="2277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547358" y="775550"/>
            <a:ext cx="11193284" cy="267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63"/>
              </a:lnSpc>
            </a:pPr>
            <a:r>
              <a:rPr lang="en-US" sz="985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ARCADE PROGRAM AND FACILITATOR PROGRAM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29650" y="5495539"/>
            <a:ext cx="3960978" cy="397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Open for everyone.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self-paced learning,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2 times in a year 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earn badges, points, and swags.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41854" y="5495539"/>
            <a:ext cx="3960978" cy="397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Special campaign,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help and mentor you.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Fixed Time Dureation </a:t>
            </a: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(Upto 2 months).</a:t>
            </a:r>
          </a:p>
          <a:p>
            <a:pPr algn="ctr">
              <a:lnSpc>
                <a:spcPts val="3849"/>
              </a:lnSpc>
            </a:pPr>
            <a:endParaRPr lang="en-US" sz="3499" spc="83">
              <a:solidFill>
                <a:srgbClr val="FFFFFF"/>
              </a:solidFill>
              <a:latin typeface="Ballpoint"/>
              <a:ea typeface="Ballpoint"/>
              <a:cs typeface="Ballpoint"/>
              <a:sym typeface="Ballpoint"/>
            </a:endParaRPr>
          </a:p>
          <a:p>
            <a:pPr algn="ctr">
              <a:lnSpc>
                <a:spcPts val="3849"/>
              </a:lnSpc>
            </a:pPr>
            <a:r>
              <a:rPr lang="en-US" sz="3499" spc="83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Community &amp; Help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9931" y="3604856"/>
            <a:ext cx="10443688" cy="40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464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HOW TO REGISTER IN THIS PROGRAM?</a:t>
            </a:r>
          </a:p>
        </p:txBody>
      </p:sp>
      <p:sp>
        <p:nvSpPr>
          <p:cNvPr id="4" name="Freeform 4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03916" y="7257471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6"/>
                </a:lnTo>
                <a:lnTo>
                  <a:pt x="0" y="43794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212987"/>
            <a:ext cx="3727879" cy="5045313"/>
            <a:chOff x="0" y="0"/>
            <a:chExt cx="981828" cy="13288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1828" cy="1328807"/>
            </a:xfrm>
            <a:custGeom>
              <a:avLst/>
              <a:gdLst/>
              <a:ahLst/>
              <a:cxnLst/>
              <a:rect l="l" t="t" r="r" b="b"/>
              <a:pathLst>
                <a:path w="981828" h="1328807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249890"/>
                  </a:lnTo>
                  <a:cubicBezTo>
                    <a:pt x="981828" y="1270820"/>
                    <a:pt x="973514" y="1290893"/>
                    <a:pt x="958714" y="1305692"/>
                  </a:cubicBezTo>
                  <a:cubicBezTo>
                    <a:pt x="943914" y="1320492"/>
                    <a:pt x="923841" y="1328807"/>
                    <a:pt x="902911" y="1328807"/>
                  </a:cubicBezTo>
                  <a:lnTo>
                    <a:pt x="78917" y="1328807"/>
                  </a:lnTo>
                  <a:cubicBezTo>
                    <a:pt x="35332" y="1328807"/>
                    <a:pt x="0" y="1293474"/>
                    <a:pt x="0" y="1249890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981828" cy="1462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73122" y="4212987"/>
            <a:ext cx="3727879" cy="5045313"/>
            <a:chOff x="0" y="0"/>
            <a:chExt cx="981828" cy="13288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1828" cy="1328807"/>
            </a:xfrm>
            <a:custGeom>
              <a:avLst/>
              <a:gdLst/>
              <a:ahLst/>
              <a:cxnLst/>
              <a:rect l="l" t="t" r="r" b="b"/>
              <a:pathLst>
                <a:path w="981828" h="1328807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249890"/>
                  </a:lnTo>
                  <a:cubicBezTo>
                    <a:pt x="981828" y="1270820"/>
                    <a:pt x="973514" y="1290893"/>
                    <a:pt x="958714" y="1305692"/>
                  </a:cubicBezTo>
                  <a:cubicBezTo>
                    <a:pt x="943914" y="1320492"/>
                    <a:pt x="923841" y="1328807"/>
                    <a:pt x="902911" y="1328807"/>
                  </a:cubicBezTo>
                  <a:lnTo>
                    <a:pt x="78917" y="1328807"/>
                  </a:lnTo>
                  <a:cubicBezTo>
                    <a:pt x="35332" y="1328807"/>
                    <a:pt x="0" y="1293474"/>
                    <a:pt x="0" y="1249890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133350"/>
              <a:ext cx="981828" cy="1462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86998" y="4212987"/>
            <a:ext cx="3727879" cy="5045313"/>
            <a:chOff x="0" y="0"/>
            <a:chExt cx="981828" cy="13288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1828" cy="1328807"/>
            </a:xfrm>
            <a:custGeom>
              <a:avLst/>
              <a:gdLst/>
              <a:ahLst/>
              <a:cxnLst/>
              <a:rect l="l" t="t" r="r" b="b"/>
              <a:pathLst>
                <a:path w="981828" h="1328807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249890"/>
                  </a:lnTo>
                  <a:cubicBezTo>
                    <a:pt x="981828" y="1270820"/>
                    <a:pt x="973514" y="1290893"/>
                    <a:pt x="958714" y="1305692"/>
                  </a:cubicBezTo>
                  <a:cubicBezTo>
                    <a:pt x="943914" y="1320492"/>
                    <a:pt x="923841" y="1328807"/>
                    <a:pt x="902911" y="1328807"/>
                  </a:cubicBezTo>
                  <a:lnTo>
                    <a:pt x="78917" y="1328807"/>
                  </a:lnTo>
                  <a:cubicBezTo>
                    <a:pt x="35332" y="1328807"/>
                    <a:pt x="0" y="1293474"/>
                    <a:pt x="0" y="1249890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33350"/>
              <a:ext cx="981828" cy="1462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31421" y="4212987"/>
            <a:ext cx="3727879" cy="5045313"/>
            <a:chOff x="0" y="0"/>
            <a:chExt cx="981828" cy="13288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1828" cy="1328807"/>
            </a:xfrm>
            <a:custGeom>
              <a:avLst/>
              <a:gdLst/>
              <a:ahLst/>
              <a:cxnLst/>
              <a:rect l="l" t="t" r="r" b="b"/>
              <a:pathLst>
                <a:path w="981828" h="1328807">
                  <a:moveTo>
                    <a:pt x="78917" y="0"/>
                  </a:moveTo>
                  <a:lnTo>
                    <a:pt x="902911" y="0"/>
                  </a:lnTo>
                  <a:cubicBezTo>
                    <a:pt x="946496" y="0"/>
                    <a:pt x="981828" y="35332"/>
                    <a:pt x="981828" y="78917"/>
                  </a:cubicBezTo>
                  <a:lnTo>
                    <a:pt x="981828" y="1249890"/>
                  </a:lnTo>
                  <a:cubicBezTo>
                    <a:pt x="981828" y="1270820"/>
                    <a:pt x="973514" y="1290893"/>
                    <a:pt x="958714" y="1305692"/>
                  </a:cubicBezTo>
                  <a:cubicBezTo>
                    <a:pt x="943914" y="1320492"/>
                    <a:pt x="923841" y="1328807"/>
                    <a:pt x="902911" y="1328807"/>
                  </a:cubicBezTo>
                  <a:lnTo>
                    <a:pt x="78917" y="1328807"/>
                  </a:lnTo>
                  <a:cubicBezTo>
                    <a:pt x="35332" y="1328807"/>
                    <a:pt x="0" y="1293474"/>
                    <a:pt x="0" y="1249890"/>
                  </a:cubicBezTo>
                  <a:lnTo>
                    <a:pt x="0" y="78917"/>
                  </a:lnTo>
                  <a:cubicBezTo>
                    <a:pt x="0" y="57987"/>
                    <a:pt x="8314" y="37914"/>
                    <a:pt x="23114" y="23114"/>
                  </a:cubicBezTo>
                  <a:cubicBezTo>
                    <a:pt x="37914" y="8314"/>
                    <a:pt x="57987" y="0"/>
                    <a:pt x="789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FFFFFF"/>
              </a:solidFill>
              <a:prstDash val="sysDot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981828" cy="1462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414148" y="5224049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772446" y="5377443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22173" y="5377443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5" y="0"/>
                </a:lnTo>
                <a:lnTo>
                  <a:pt x="2956985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518246" y="5377443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041674" y="-438498"/>
            <a:ext cx="1837483" cy="2370946"/>
          </a:xfrm>
          <a:custGeom>
            <a:avLst/>
            <a:gdLst/>
            <a:ahLst/>
            <a:cxnLst/>
            <a:rect l="l" t="t" r="r" b="b"/>
            <a:pathLst>
              <a:path w="1837483" h="2370946">
                <a:moveTo>
                  <a:pt x="0" y="0"/>
                </a:moveTo>
                <a:lnTo>
                  <a:pt x="1837484" y="0"/>
                </a:lnTo>
                <a:lnTo>
                  <a:pt x="1837484" y="2370946"/>
                </a:lnTo>
                <a:lnTo>
                  <a:pt x="0" y="23709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1544577">
            <a:off x="1433644" y="-500178"/>
            <a:ext cx="2191689" cy="2161553"/>
          </a:xfrm>
          <a:custGeom>
            <a:avLst/>
            <a:gdLst/>
            <a:ahLst/>
            <a:cxnLst/>
            <a:rect l="l" t="t" r="r" b="b"/>
            <a:pathLst>
              <a:path w="2191689" h="2161553">
                <a:moveTo>
                  <a:pt x="0" y="0"/>
                </a:moveTo>
                <a:lnTo>
                  <a:pt x="2191689" y="0"/>
                </a:lnTo>
                <a:lnTo>
                  <a:pt x="2191689" y="2161553"/>
                </a:lnTo>
                <a:lnTo>
                  <a:pt x="0" y="21615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982209" y="641859"/>
            <a:ext cx="6323582" cy="230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POINT SYSTEM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0242" y="6447499"/>
            <a:ext cx="3173730" cy="24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You will get </a:t>
            </a:r>
            <a:r>
              <a:rPr lang="en-US" sz="2500" spc="60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Three Level Games</a:t>
            </a: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in a month</a:t>
            </a: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Each Level Games consistes of </a:t>
            </a:r>
            <a:r>
              <a:rPr lang="en-US" sz="2500" spc="60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8-12 Labs</a:t>
            </a: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.</a:t>
            </a: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On Completing 1 level game you are rewarded with</a:t>
            </a:r>
            <a:r>
              <a:rPr lang="en-US" sz="2500" spc="60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 1 Point</a:t>
            </a: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4148" y="4473615"/>
            <a:ext cx="2956984" cy="73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spc="10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1 POINTS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58570" y="4644059"/>
            <a:ext cx="2956984" cy="73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spc="10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2-3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72446" y="4473615"/>
            <a:ext cx="2956984" cy="73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spc="10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1 POINTS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16868" y="4473615"/>
            <a:ext cx="2956984" cy="73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499" spc="107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0.5 POINTS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22702" y="3273141"/>
            <a:ext cx="3339875" cy="84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spc="124">
                <a:solidFill>
                  <a:srgbClr val="FFB6DD"/>
                </a:solidFill>
                <a:latin typeface="Ballpoint"/>
                <a:ea typeface="Ballpoint"/>
                <a:cs typeface="Ballpoint"/>
                <a:sym typeface="Ballpoint"/>
              </a:rPr>
              <a:t>LEVEL GAMES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25522" y="3273141"/>
            <a:ext cx="3342432" cy="84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spc="124">
                <a:solidFill>
                  <a:srgbClr val="FFE680"/>
                </a:solidFill>
                <a:latin typeface="Ballpoint"/>
                <a:ea typeface="Ballpoint"/>
                <a:cs typeface="Ballpoint"/>
                <a:sym typeface="Ballpoint"/>
              </a:rPr>
              <a:t>SPECIAL GAMES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72446" y="3273141"/>
            <a:ext cx="2956984" cy="84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spc="124">
                <a:solidFill>
                  <a:srgbClr val="FDCCA7"/>
                </a:solidFill>
                <a:latin typeface="Ballpoint"/>
                <a:ea typeface="Ballpoint"/>
                <a:cs typeface="Ballpoint"/>
                <a:sym typeface="Ballpoint"/>
              </a:rPr>
              <a:t>TRIVIA GAMES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22173" y="3273141"/>
            <a:ext cx="2956984" cy="847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spc="124">
                <a:solidFill>
                  <a:srgbClr val="85D9FD"/>
                </a:solidFill>
                <a:latin typeface="Ballpoint"/>
                <a:ea typeface="Ballpoint"/>
                <a:cs typeface="Ballpoint"/>
                <a:sym typeface="Ballpoint"/>
              </a:rPr>
              <a:t>SKILL BADGES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46493" y="6410642"/>
            <a:ext cx="3173730" cy="176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Special Games comes during special event</a:t>
            </a:r>
          </a:p>
          <a:p>
            <a:pPr algn="l">
              <a:lnSpc>
                <a:spcPts val="2750"/>
              </a:lnSpc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    </a:t>
            </a:r>
            <a:r>
              <a:rPr lang="en-US" sz="2500" spc="60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  (3 points).</a:t>
            </a: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Each Month you get a Special Game</a:t>
            </a:r>
            <a:r>
              <a:rPr lang="en-US" sz="2500" spc="60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 (2 Points)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5255" y="6447499"/>
            <a:ext cx="3174175" cy="245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You will get</a:t>
            </a:r>
            <a:r>
              <a:rPr lang="en-US" sz="2500" spc="60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 FourTrivia Games</a:t>
            </a: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in a month</a:t>
            </a: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Each Trivia Games consistes of </a:t>
            </a:r>
            <a:r>
              <a:rPr lang="en-US" sz="2500" spc="60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4 Labs</a:t>
            </a: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.</a:t>
            </a: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On Completing 1 Trivia game you are rewarded with</a:t>
            </a:r>
            <a:r>
              <a:rPr lang="en-US" sz="2500" spc="60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 1 Point.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705428" y="6447499"/>
            <a:ext cx="3173730" cy="182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 spc="6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Each Skill Badge consistes of </a:t>
            </a:r>
            <a:r>
              <a:rPr lang="en-US" sz="2500" spc="60">
                <a:solidFill>
                  <a:srgbClr val="FF0000"/>
                </a:solidFill>
                <a:latin typeface="Ballpoint"/>
                <a:ea typeface="Ballpoint"/>
                <a:cs typeface="Ballpoint"/>
                <a:sym typeface="Ballpoint"/>
              </a:rPr>
              <a:t>4-6 Labs.</a:t>
            </a:r>
          </a:p>
          <a:p>
            <a:pPr marL="561342" lvl="1" indent="-280671" algn="l">
              <a:lnSpc>
                <a:spcPts val="2860"/>
              </a:lnSpc>
              <a:buFont typeface="Arial"/>
              <a:buChar char="•"/>
            </a:pPr>
            <a:r>
              <a:rPr lang="en-US" sz="2600" spc="62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On Completing</a:t>
            </a:r>
            <a:r>
              <a:rPr lang="en-US" sz="2600" spc="62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 2 Skill</a:t>
            </a:r>
            <a:r>
              <a:rPr lang="en-US" sz="2600" spc="62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 Badge you are rewarded with </a:t>
            </a:r>
            <a:r>
              <a:rPr lang="en-US" sz="2600" spc="62">
                <a:solidFill>
                  <a:srgbClr val="53FF09"/>
                </a:solidFill>
                <a:latin typeface="Ballpoint"/>
                <a:ea typeface="Ballpoint"/>
                <a:cs typeface="Ballpoint"/>
                <a:sym typeface="Ballpoint"/>
              </a:rPr>
              <a:t>1 Point.</a:t>
            </a:r>
          </a:p>
        </p:txBody>
      </p:sp>
      <p:sp>
        <p:nvSpPr>
          <p:cNvPr id="34" name="Freeform 34"/>
          <p:cNvSpPr/>
          <p:nvPr/>
        </p:nvSpPr>
        <p:spPr>
          <a:xfrm rot="2453647">
            <a:off x="11592757" y="290540"/>
            <a:ext cx="3044241" cy="1716191"/>
          </a:xfrm>
          <a:custGeom>
            <a:avLst/>
            <a:gdLst/>
            <a:ahLst/>
            <a:cxnLst/>
            <a:rect l="l" t="t" r="r" b="b"/>
            <a:pathLst>
              <a:path w="3044241" h="1716191">
                <a:moveTo>
                  <a:pt x="0" y="0"/>
                </a:moveTo>
                <a:lnTo>
                  <a:pt x="3044241" y="0"/>
                </a:lnTo>
                <a:lnTo>
                  <a:pt x="3044241" y="1716191"/>
                </a:lnTo>
                <a:lnTo>
                  <a:pt x="0" y="171619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-3896393">
            <a:off x="-290368" y="1389759"/>
            <a:ext cx="2150857" cy="1750260"/>
          </a:xfrm>
          <a:custGeom>
            <a:avLst/>
            <a:gdLst/>
            <a:ahLst/>
            <a:cxnLst/>
            <a:rect l="l" t="t" r="r" b="b"/>
            <a:pathLst>
              <a:path w="2150857" h="1750260">
                <a:moveTo>
                  <a:pt x="0" y="0"/>
                </a:moveTo>
                <a:lnTo>
                  <a:pt x="2150857" y="0"/>
                </a:lnTo>
                <a:lnTo>
                  <a:pt x="2150857" y="1750260"/>
                </a:lnTo>
                <a:lnTo>
                  <a:pt x="0" y="17502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1545184">
            <a:off x="3545418" y="112769"/>
            <a:ext cx="2422322" cy="2658241"/>
          </a:xfrm>
          <a:custGeom>
            <a:avLst/>
            <a:gdLst/>
            <a:ahLst/>
            <a:cxnLst/>
            <a:rect l="l" t="t" r="r" b="b"/>
            <a:pathLst>
              <a:path w="2422322" h="2658241">
                <a:moveTo>
                  <a:pt x="0" y="0"/>
                </a:moveTo>
                <a:lnTo>
                  <a:pt x="2422323" y="0"/>
                </a:lnTo>
                <a:lnTo>
                  <a:pt x="2422323" y="2658242"/>
                </a:lnTo>
                <a:lnTo>
                  <a:pt x="0" y="265824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612974" y="920019"/>
            <a:ext cx="1932914" cy="2224937"/>
          </a:xfrm>
          <a:custGeom>
            <a:avLst/>
            <a:gdLst/>
            <a:ahLst/>
            <a:cxnLst/>
            <a:rect l="l" t="t" r="r" b="b"/>
            <a:pathLst>
              <a:path w="1932914" h="2224937">
                <a:moveTo>
                  <a:pt x="0" y="0"/>
                </a:moveTo>
                <a:lnTo>
                  <a:pt x="1932914" y="0"/>
                </a:lnTo>
                <a:lnTo>
                  <a:pt x="1932914" y="2224937"/>
                </a:lnTo>
                <a:lnTo>
                  <a:pt x="0" y="222493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9931" y="3604856"/>
            <a:ext cx="10443688" cy="40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0"/>
              </a:lnSpc>
            </a:pPr>
            <a:r>
              <a:rPr lang="en-US" sz="1464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HOW TO COMPLETE POINTS FASTER?</a:t>
            </a:r>
          </a:p>
        </p:txBody>
      </p:sp>
      <p:sp>
        <p:nvSpPr>
          <p:cNvPr id="4" name="Freeform 4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03916" y="7257471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6"/>
                </a:lnTo>
                <a:lnTo>
                  <a:pt x="0" y="43794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02857" y="3774860"/>
            <a:ext cx="12757836" cy="350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59"/>
              </a:lnSpc>
            </a:pPr>
            <a:r>
              <a:rPr lang="en-US" sz="12559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WHEN AND HOW TO REDEEM GOOGLE CLOUD SWAGS?</a:t>
            </a:r>
          </a:p>
        </p:txBody>
      </p:sp>
      <p:sp>
        <p:nvSpPr>
          <p:cNvPr id="4" name="Freeform 4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03916" y="7257471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6"/>
                </a:lnTo>
                <a:lnTo>
                  <a:pt x="0" y="43794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21769" y="3947636"/>
            <a:ext cx="12644462" cy="3371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HOW MUCH TIME WILL IT TAKE TO GET YOUR SWAGS?</a:t>
            </a:r>
          </a:p>
        </p:txBody>
      </p:sp>
      <p:sp>
        <p:nvSpPr>
          <p:cNvPr id="4" name="Freeform 4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501495" y="7061620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5"/>
                </a:lnTo>
                <a:lnTo>
                  <a:pt x="0" y="4379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78837" y="3142850"/>
            <a:ext cx="3354902" cy="3354888"/>
            <a:chOff x="0" y="0"/>
            <a:chExt cx="6350000" cy="63499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7466549" y="3142850"/>
            <a:ext cx="3354902" cy="3354888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765" r="-2765" b="-553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064081" y="3142850"/>
            <a:ext cx="3354902" cy="3354888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2077796" y="7520025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65508" y="7520025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461999" y="7520025"/>
            <a:ext cx="2956984" cy="306787"/>
          </a:xfrm>
          <a:custGeom>
            <a:avLst/>
            <a:gdLst/>
            <a:ahLst/>
            <a:cxnLst/>
            <a:rect l="l" t="t" r="r" b="b"/>
            <a:pathLst>
              <a:path w="2956984" h="306787">
                <a:moveTo>
                  <a:pt x="0" y="0"/>
                </a:moveTo>
                <a:lnTo>
                  <a:pt x="2956984" y="0"/>
                </a:lnTo>
                <a:lnTo>
                  <a:pt x="2956984" y="306787"/>
                </a:lnTo>
                <a:lnTo>
                  <a:pt x="0" y="306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206698">
            <a:off x="14907949" y="185011"/>
            <a:ext cx="2185505" cy="2698154"/>
          </a:xfrm>
          <a:custGeom>
            <a:avLst/>
            <a:gdLst/>
            <a:ahLst/>
            <a:cxnLst/>
            <a:rect l="l" t="t" r="r" b="b"/>
            <a:pathLst>
              <a:path w="2185505" h="2698154">
                <a:moveTo>
                  <a:pt x="0" y="0"/>
                </a:moveTo>
                <a:lnTo>
                  <a:pt x="2185505" y="0"/>
                </a:lnTo>
                <a:lnTo>
                  <a:pt x="2185505" y="2698154"/>
                </a:lnTo>
                <a:lnTo>
                  <a:pt x="0" y="26981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206000" flipH="1">
            <a:off x="1198244" y="185011"/>
            <a:ext cx="2185505" cy="2698154"/>
          </a:xfrm>
          <a:custGeom>
            <a:avLst/>
            <a:gdLst/>
            <a:ahLst/>
            <a:cxnLst/>
            <a:rect l="l" t="t" r="r" b="b"/>
            <a:pathLst>
              <a:path w="2185505" h="2698154">
                <a:moveTo>
                  <a:pt x="2185505" y="0"/>
                </a:moveTo>
                <a:lnTo>
                  <a:pt x="0" y="0"/>
                </a:lnTo>
                <a:lnTo>
                  <a:pt x="0" y="2698154"/>
                </a:lnTo>
                <a:lnTo>
                  <a:pt x="2185505" y="2698154"/>
                </a:lnTo>
                <a:lnTo>
                  <a:pt x="218550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59475" y="6736238"/>
            <a:ext cx="4393625" cy="62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spc="105" dirty="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YOUTUBE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9475" y="7791450"/>
            <a:ext cx="4393625" cy="100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</a:pPr>
            <a:r>
              <a:rPr lang="en-US" sz="3099" spc="7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To guide and help you will provise complete tutorial of labs.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52098" y="6736238"/>
            <a:ext cx="4393625" cy="62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spc="105" dirty="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LINKDIN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52098" y="7791450"/>
            <a:ext cx="4393625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</a:pPr>
            <a:r>
              <a:rPr lang="en-US" sz="3099" spc="74" dirty="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Connect with me on LinkedIn </a:t>
            </a:r>
          </a:p>
          <a:p>
            <a:pPr marL="0" lvl="0" indent="0" algn="ctr">
              <a:lnSpc>
                <a:spcPts val="3719"/>
              </a:lnSpc>
            </a:pPr>
            <a:r>
              <a:rPr lang="en-US" sz="3099" spc="74" dirty="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And Let’s grow our professional network together!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44720" y="6736238"/>
            <a:ext cx="4393625" cy="752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79"/>
              </a:lnSpc>
            </a:pPr>
            <a:r>
              <a:rPr lang="en-US" sz="4399" spc="105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TELEGRAM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4720" y="7791450"/>
            <a:ext cx="4393625" cy="1466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spc="7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Join our Telegram Group for your doubts and queries related to labs </a:t>
            </a:r>
          </a:p>
          <a:p>
            <a:pPr marL="0" lvl="0" indent="0" algn="ctr">
              <a:lnSpc>
                <a:spcPts val="3719"/>
              </a:lnSpc>
            </a:pPr>
            <a:r>
              <a:rPr lang="en-US" sz="3099" spc="74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and for discussion.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29229" y="270725"/>
            <a:ext cx="9029542" cy="230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OUR COMMUNITY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9475" y="8724859"/>
            <a:ext cx="4393625" cy="53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</a:pPr>
            <a:r>
              <a:rPr lang="en-US" sz="3099" spc="74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@TechCode9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52098" y="9191624"/>
            <a:ext cx="4393625" cy="53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</a:pPr>
            <a:r>
              <a:rPr lang="en-US" sz="3099" spc="74" dirty="0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@prateekrajput08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45872" y="9191625"/>
            <a:ext cx="4393625" cy="53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19"/>
              </a:lnSpc>
            </a:pPr>
            <a:r>
              <a:rPr lang="en-US" sz="3099" spc="74">
                <a:solidFill>
                  <a:srgbClr val="00DAFF"/>
                </a:solidFill>
                <a:latin typeface="Ballpoint"/>
                <a:ea typeface="Ballpoint"/>
                <a:cs typeface="Ballpoint"/>
                <a:sym typeface="Ballpoint"/>
              </a:rPr>
              <a:t>@techcode9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4C865DC8-1D2E-C2D0-7436-7CD9ECA71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with me on LinkedIn and let’s grow our professional network together!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E292A4AB-ABF7-19F5-9D5A-1DBE3CADD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with me on LinkedIn and let’s grow our professional network together!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92062" y="2220006"/>
            <a:ext cx="8503875" cy="525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31"/>
              </a:lnSpc>
            </a:pPr>
            <a:r>
              <a:rPr lang="en-US" sz="1530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LET’S HAVE A</a:t>
            </a:r>
          </a:p>
          <a:p>
            <a:pPr algn="ctr">
              <a:lnSpc>
                <a:spcPts val="15308"/>
              </a:lnSpc>
            </a:pPr>
            <a:r>
              <a:rPr lang="en-US" sz="15308">
                <a:solidFill>
                  <a:srgbClr val="FFFFFF"/>
                </a:solidFill>
                <a:latin typeface="Ballpoint"/>
                <a:ea typeface="Ballpoint"/>
                <a:cs typeface="Ballpoint"/>
                <a:sym typeface="Ballpoint"/>
              </a:rPr>
              <a:t>GREAT YEAR!</a:t>
            </a:r>
          </a:p>
        </p:txBody>
      </p:sp>
      <p:sp>
        <p:nvSpPr>
          <p:cNvPr id="4" name="Freeform 4"/>
          <p:cNvSpPr/>
          <p:nvPr/>
        </p:nvSpPr>
        <p:spPr>
          <a:xfrm rot="-1358198">
            <a:off x="-601818" y="3825626"/>
            <a:ext cx="3126103" cy="3635003"/>
          </a:xfrm>
          <a:custGeom>
            <a:avLst/>
            <a:gdLst/>
            <a:ahLst/>
            <a:cxnLst/>
            <a:rect l="l" t="t" r="r" b="b"/>
            <a:pathLst>
              <a:path w="3126103" h="3635003">
                <a:moveTo>
                  <a:pt x="0" y="0"/>
                </a:moveTo>
                <a:lnTo>
                  <a:pt x="3126103" y="0"/>
                </a:lnTo>
                <a:lnTo>
                  <a:pt x="3126103" y="3635004"/>
                </a:lnTo>
                <a:lnTo>
                  <a:pt x="0" y="3635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7012" y="-47538"/>
            <a:ext cx="3774617" cy="3822397"/>
          </a:xfrm>
          <a:custGeom>
            <a:avLst/>
            <a:gdLst/>
            <a:ahLst/>
            <a:cxnLst/>
            <a:rect l="l" t="t" r="r" b="b"/>
            <a:pathLst>
              <a:path w="3774617" h="3822397">
                <a:moveTo>
                  <a:pt x="0" y="0"/>
                </a:moveTo>
                <a:lnTo>
                  <a:pt x="3774618" y="0"/>
                </a:lnTo>
                <a:lnTo>
                  <a:pt x="3774618" y="3822398"/>
                </a:lnTo>
                <a:lnTo>
                  <a:pt x="0" y="3822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154300">
            <a:off x="3597941" y="-740047"/>
            <a:ext cx="3913174" cy="2954447"/>
          </a:xfrm>
          <a:custGeom>
            <a:avLst/>
            <a:gdLst/>
            <a:ahLst/>
            <a:cxnLst/>
            <a:rect l="l" t="t" r="r" b="b"/>
            <a:pathLst>
              <a:path w="3913174" h="2954447">
                <a:moveTo>
                  <a:pt x="0" y="0"/>
                </a:moveTo>
                <a:lnTo>
                  <a:pt x="3913175" y="0"/>
                </a:lnTo>
                <a:lnTo>
                  <a:pt x="3913175" y="2954447"/>
                </a:lnTo>
                <a:lnTo>
                  <a:pt x="0" y="2954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002085">
            <a:off x="15771827" y="4318060"/>
            <a:ext cx="2974946" cy="2997427"/>
          </a:xfrm>
          <a:custGeom>
            <a:avLst/>
            <a:gdLst/>
            <a:ahLst/>
            <a:cxnLst/>
            <a:rect l="l" t="t" r="r" b="b"/>
            <a:pathLst>
              <a:path w="2974946" h="2997427">
                <a:moveTo>
                  <a:pt x="0" y="0"/>
                </a:moveTo>
                <a:lnTo>
                  <a:pt x="2974946" y="0"/>
                </a:lnTo>
                <a:lnTo>
                  <a:pt x="2974946" y="2997426"/>
                </a:lnTo>
                <a:lnTo>
                  <a:pt x="0" y="29974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07012" y="8207963"/>
            <a:ext cx="4270288" cy="2530146"/>
          </a:xfrm>
          <a:custGeom>
            <a:avLst/>
            <a:gdLst/>
            <a:ahLst/>
            <a:cxnLst/>
            <a:rect l="l" t="t" r="r" b="b"/>
            <a:pathLst>
              <a:path w="4270288" h="2530146">
                <a:moveTo>
                  <a:pt x="0" y="0"/>
                </a:moveTo>
                <a:lnTo>
                  <a:pt x="4270289" y="0"/>
                </a:lnTo>
                <a:lnTo>
                  <a:pt x="4270289" y="2530146"/>
                </a:lnTo>
                <a:lnTo>
                  <a:pt x="0" y="25301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8716094">
            <a:off x="9568814" y="-774029"/>
            <a:ext cx="4145024" cy="2787529"/>
          </a:xfrm>
          <a:custGeom>
            <a:avLst/>
            <a:gdLst/>
            <a:ahLst/>
            <a:cxnLst/>
            <a:rect l="l" t="t" r="r" b="b"/>
            <a:pathLst>
              <a:path w="4145024" h="2787529">
                <a:moveTo>
                  <a:pt x="0" y="0"/>
                </a:moveTo>
                <a:lnTo>
                  <a:pt x="4145024" y="0"/>
                </a:lnTo>
                <a:lnTo>
                  <a:pt x="4145024" y="2787529"/>
                </a:lnTo>
                <a:lnTo>
                  <a:pt x="0" y="27875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98235">
            <a:off x="14784346" y="8107938"/>
            <a:ext cx="3146289" cy="2300724"/>
          </a:xfrm>
          <a:custGeom>
            <a:avLst/>
            <a:gdLst/>
            <a:ahLst/>
            <a:cxnLst/>
            <a:rect l="l" t="t" r="r" b="b"/>
            <a:pathLst>
              <a:path w="3146289" h="2300724">
                <a:moveTo>
                  <a:pt x="0" y="0"/>
                </a:moveTo>
                <a:lnTo>
                  <a:pt x="3146289" y="0"/>
                </a:lnTo>
                <a:lnTo>
                  <a:pt x="3146289" y="2300724"/>
                </a:lnTo>
                <a:lnTo>
                  <a:pt x="0" y="2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908407">
            <a:off x="14562477" y="-526528"/>
            <a:ext cx="4258558" cy="3811409"/>
          </a:xfrm>
          <a:custGeom>
            <a:avLst/>
            <a:gdLst/>
            <a:ahLst/>
            <a:cxnLst/>
            <a:rect l="l" t="t" r="r" b="b"/>
            <a:pathLst>
              <a:path w="4258558" h="3811409">
                <a:moveTo>
                  <a:pt x="0" y="0"/>
                </a:moveTo>
                <a:lnTo>
                  <a:pt x="4258558" y="0"/>
                </a:lnTo>
                <a:lnTo>
                  <a:pt x="4258558" y="3811409"/>
                </a:lnTo>
                <a:lnTo>
                  <a:pt x="0" y="381140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625321">
            <a:off x="10283442" y="7638645"/>
            <a:ext cx="2715768" cy="4114800"/>
          </a:xfrm>
          <a:custGeom>
            <a:avLst/>
            <a:gdLst/>
            <a:ahLst/>
            <a:cxnLst/>
            <a:rect l="l" t="t" r="r" b="b"/>
            <a:pathLst>
              <a:path w="2715768" h="4114800">
                <a:moveTo>
                  <a:pt x="0" y="0"/>
                </a:moveTo>
                <a:lnTo>
                  <a:pt x="2715768" y="0"/>
                </a:lnTo>
                <a:lnTo>
                  <a:pt x="2715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14850" y="9066721"/>
            <a:ext cx="4329150" cy="2440558"/>
          </a:xfrm>
          <a:custGeom>
            <a:avLst/>
            <a:gdLst/>
            <a:ahLst/>
            <a:cxnLst/>
            <a:rect l="l" t="t" r="r" b="b"/>
            <a:pathLst>
              <a:path w="4329150" h="2440558">
                <a:moveTo>
                  <a:pt x="0" y="0"/>
                </a:moveTo>
                <a:lnTo>
                  <a:pt x="4329150" y="0"/>
                </a:lnTo>
                <a:lnTo>
                  <a:pt x="4329150" y="2440558"/>
                </a:lnTo>
                <a:lnTo>
                  <a:pt x="0" y="244055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917489" y="7257471"/>
            <a:ext cx="4221162" cy="437946"/>
          </a:xfrm>
          <a:custGeom>
            <a:avLst/>
            <a:gdLst/>
            <a:ahLst/>
            <a:cxnLst/>
            <a:rect l="l" t="t" r="r" b="b"/>
            <a:pathLst>
              <a:path w="4221162" h="437946">
                <a:moveTo>
                  <a:pt x="0" y="0"/>
                </a:moveTo>
                <a:lnTo>
                  <a:pt x="4221163" y="0"/>
                </a:lnTo>
                <a:lnTo>
                  <a:pt x="4221163" y="437946"/>
                </a:lnTo>
                <a:lnTo>
                  <a:pt x="0" y="43794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542</Words>
  <Application>Microsoft Office PowerPoint</Application>
  <PresentationFormat>Custom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Ballpoint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</dc:title>
  <cp:lastModifiedBy>Prateek Rajput</cp:lastModifiedBy>
  <cp:revision>2</cp:revision>
  <dcterms:created xsi:type="dcterms:W3CDTF">2006-08-16T00:00:00Z</dcterms:created>
  <dcterms:modified xsi:type="dcterms:W3CDTF">2025-10-31T14:03:26Z</dcterms:modified>
  <dc:identifier>DAG19E0ZJzA</dc:identifier>
</cp:coreProperties>
</file>